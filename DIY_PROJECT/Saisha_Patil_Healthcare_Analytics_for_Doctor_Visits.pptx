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3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497839" y="3324424"/>
            <a:ext cx="8625840" cy="861497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Name  - Saisha Yogesh Patil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120" y="1818640"/>
            <a:ext cx="10224471" cy="1391920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r>
              <a:rPr lang="en-IN" dirty="0"/>
              <a:t>Healthcare Analytics for Doctor Visits</a:t>
            </a:r>
            <a:br>
              <a:rPr lang="en-IN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77BFD9-20E2-08EC-7344-7580A6FBCFAC}"/>
              </a:ext>
            </a:extLst>
          </p:cNvPr>
          <p:cNvSpPr txBox="1"/>
          <p:nvPr/>
        </p:nvSpPr>
        <p:spPr>
          <a:xfrm>
            <a:off x="1361440" y="3891894"/>
            <a:ext cx="910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College Name – Sanjivani College Of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Engineering,Kopargaon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A11DD-431F-CE47-23B5-AE018E1A3B85}"/>
              </a:ext>
            </a:extLst>
          </p:cNvPr>
          <p:cNvSpPr txBox="1"/>
          <p:nvPr/>
        </p:nvSpPr>
        <p:spPr>
          <a:xfrm>
            <a:off x="2651760" y="4735631"/>
            <a:ext cx="590418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AICTE STU ID : STU6a6c2a0b419001785473547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160" y="1875556"/>
            <a:ext cx="8280400" cy="4596364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organizations often struggle to efficiently allocate resources and predict patient volume due to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unanalyzed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utilization patterns.</a:t>
            </a:r>
          </a:p>
          <a:p>
            <a:pPr marL="0" lvl="0" indent="0">
              <a:buNone/>
            </a:pP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Issue: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how patient demographics, illness levels, income, and insurance status directly impact the frequency of doctor visits.</a:t>
            </a:r>
          </a:p>
          <a:p>
            <a:pPr lvl="0"/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Exploratory Data Analysis (EDA) on 5,190 patient records to identify key drivers behind doctor visits and provide actionable insights for healthcare management.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396241"/>
            <a:ext cx="8940801" cy="6310312"/>
          </a:xfrm>
        </p:spPr>
        <p:txBody>
          <a:bodyPr>
            <a:normAutofit fontScale="90000"/>
          </a:bodyPr>
          <a:lstStyle/>
          <a:p>
            <a:pPr lvl="0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 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data visualization and EDA project designed to </a:t>
            </a:r>
            <a:r>
              <a:rPr lang="en-IN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health profiles and physician visit frequencies.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Scope: </a:t>
            </a:r>
            <a:r>
              <a:rPr lang="en-IN" sz="2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5,190 patient records across 13 numerical and categorical variables, including age, gender, income, illness scores, health status, and insurance coverage.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Analytical Phases: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Preprocessing: Handled missing values, duplicates, and converted binary string attributes (yes/no, male/female) to numeric formats.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Analysis: Evaluated isolated distributions for demographic and health factors (age, income, visit frequency, illness ratings).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&amp; Multivariate Analysis: Identified complex relationships, such as doctor visit trends across age/gender segments, health status levels, and chronic condition presence.</a:t>
            </a: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&amp; Insights: Evaluated linear relationships using correlation matrices and heatmaps to highlight key indicators of frequent doctor visits.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Administrators &amp; Hospital Managers: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optimize staffing, resource allocation, and appointment scheduling based on patient visit trends.</a:t>
            </a:r>
          </a:p>
          <a:p>
            <a:pPr lvl="0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Providers: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how private insurance and government aid programs  influence patient care utilization.</a:t>
            </a:r>
          </a:p>
          <a:p>
            <a:pPr lvl="0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Policy Makers: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demographic barriers (age, income, chronic conditions) affecting healthcare access and targeted community interventions.</a:t>
            </a:r>
          </a:p>
          <a:p>
            <a:pPr lvl="0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Analysts &amp; Researchers: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baseline framework for predictive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healthcare utilization.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&amp; Preprocessing: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Seaborn, Matplotlib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Jupyter Notebook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E244D-0BB8-128F-12E3-6F733AF5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17" t="4222" r="4416" b="7037"/>
          <a:stretch>
            <a:fillRect/>
          </a:stretch>
        </p:blipFill>
        <p:spPr>
          <a:xfrm>
            <a:off x="675957" y="1153034"/>
            <a:ext cx="10302240" cy="49516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EA6767-FA02-09F7-3DB0-3C6A62B9A71B}"/>
              </a:ext>
            </a:extLst>
          </p:cNvPr>
          <p:cNvSpPr txBox="1"/>
          <p:nvPr/>
        </p:nvSpPr>
        <p:spPr>
          <a:xfrm>
            <a:off x="617958" y="6432034"/>
            <a:ext cx="1041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https://github.com/patilsaisha1404-dot/AICTE_VOIS_Fortech_Internship/tree/main/DIY_PROJECT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51294E-4A7E-3883-6634-AA7741A0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664DC-9288-F06E-993D-4F8651FB1DC1}"/>
              </a:ext>
            </a:extLst>
          </p:cNvPr>
          <p:cNvSpPr txBox="1"/>
          <p:nvPr/>
        </p:nvSpPr>
        <p:spPr>
          <a:xfrm>
            <a:off x="975360" y="365760"/>
            <a:ext cx="218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AA514-EBFC-4D39-3F04-0CB800D1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3" t="5334" r="3750" b="6585"/>
          <a:stretch>
            <a:fillRect/>
          </a:stretch>
        </p:blipFill>
        <p:spPr>
          <a:xfrm>
            <a:off x="609600" y="950535"/>
            <a:ext cx="10424160" cy="49117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80443-39AF-207E-6515-29EEBA161EE1}"/>
              </a:ext>
            </a:extLst>
          </p:cNvPr>
          <p:cNvSpPr txBox="1"/>
          <p:nvPr/>
        </p:nvSpPr>
        <p:spPr>
          <a:xfrm>
            <a:off x="615523" y="6077763"/>
            <a:ext cx="1041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https://github.com/patilsaisha1404-dot/AICTE_VOIS_Fortech_Internship/tree/main/DIY_PROJECT</a:t>
            </a:r>
          </a:p>
        </p:txBody>
      </p:sp>
    </p:spTree>
    <p:extLst>
      <p:ext uri="{BB962C8B-B14F-4D97-AF65-F5344CB8AC3E}">
        <p14:creationId xmlns:p14="http://schemas.microsoft.com/office/powerpoint/2010/main" val="403711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B9DE06-9AFD-787A-3556-8B80B54C0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4007E-A7C6-A30E-328D-9C7B9796C5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34" t="6584" b="6584"/>
          <a:stretch>
            <a:fillRect/>
          </a:stretch>
        </p:blipFill>
        <p:spPr>
          <a:xfrm>
            <a:off x="477520" y="762001"/>
            <a:ext cx="10261600" cy="5090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F99072-7C55-AE1E-48C6-B467CEC8E32C}"/>
              </a:ext>
            </a:extLst>
          </p:cNvPr>
          <p:cNvSpPr txBox="1"/>
          <p:nvPr/>
        </p:nvSpPr>
        <p:spPr>
          <a:xfrm>
            <a:off x="477520" y="177226"/>
            <a:ext cx="2138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04B67-921B-6AEA-8A4A-E63D565A141A}"/>
              </a:ext>
            </a:extLst>
          </p:cNvPr>
          <p:cNvSpPr txBox="1"/>
          <p:nvPr/>
        </p:nvSpPr>
        <p:spPr>
          <a:xfrm>
            <a:off x="711200" y="6037155"/>
            <a:ext cx="1041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https://github.com/patilsaisha1404-dot/AICTE_VOIS_Fortech_Internship/tree/main/DIY_PROJECT</a:t>
            </a:r>
          </a:p>
        </p:txBody>
      </p:sp>
    </p:spTree>
    <p:extLst>
      <p:ext uri="{BB962C8B-B14F-4D97-AF65-F5344CB8AC3E}">
        <p14:creationId xmlns:p14="http://schemas.microsoft.com/office/powerpoint/2010/main" val="98596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6A186F-9DA2-DFD0-C641-B3E82BDF0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68018-7AA1-F515-2627-33A33CA5114B}"/>
              </a:ext>
            </a:extLst>
          </p:cNvPr>
          <p:cNvSpPr txBox="1"/>
          <p:nvPr/>
        </p:nvSpPr>
        <p:spPr>
          <a:xfrm>
            <a:off x="731520" y="396240"/>
            <a:ext cx="218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53CB41-0798-2E9B-0479-424E3F306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16" t="4297" r="8001" b="8741"/>
          <a:stretch>
            <a:fillRect/>
          </a:stretch>
        </p:blipFill>
        <p:spPr>
          <a:xfrm>
            <a:off x="589280" y="904240"/>
            <a:ext cx="10231120" cy="4907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176F33-7B17-E083-68AC-0F9C6EC1FE1E}"/>
              </a:ext>
            </a:extLst>
          </p:cNvPr>
          <p:cNvSpPr txBox="1"/>
          <p:nvPr/>
        </p:nvSpPr>
        <p:spPr>
          <a:xfrm>
            <a:off x="589280" y="6041362"/>
            <a:ext cx="1041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https://github.com/patilsaisha1404-dot/AICTE_VOIS_Fortech_Internship/tree/main/DIY_PROJECT</a:t>
            </a:r>
          </a:p>
        </p:txBody>
      </p:sp>
    </p:spTree>
    <p:extLst>
      <p:ext uri="{BB962C8B-B14F-4D97-AF65-F5344CB8AC3E}">
        <p14:creationId xmlns:p14="http://schemas.microsoft.com/office/powerpoint/2010/main" val="3195924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80E8EA-1456-8550-EB71-63A55E23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8B099-E51A-FFD9-01B6-3B15E7497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33" t="6584" r="6418" b="9037"/>
          <a:stretch>
            <a:fillRect/>
          </a:stretch>
        </p:blipFill>
        <p:spPr>
          <a:xfrm>
            <a:off x="640080" y="735357"/>
            <a:ext cx="10058400" cy="4994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BAFFC-82AC-8F81-6E1F-6E6B41064496}"/>
              </a:ext>
            </a:extLst>
          </p:cNvPr>
          <p:cNvSpPr txBox="1"/>
          <p:nvPr/>
        </p:nvSpPr>
        <p:spPr>
          <a:xfrm>
            <a:off x="640080" y="150582"/>
            <a:ext cx="2138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437F3E-83BD-F789-AF6B-9B3F7FA40444}"/>
              </a:ext>
            </a:extLst>
          </p:cNvPr>
          <p:cNvSpPr txBox="1"/>
          <p:nvPr/>
        </p:nvSpPr>
        <p:spPr>
          <a:xfrm>
            <a:off x="640080" y="6037155"/>
            <a:ext cx="1041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https://github.com/patilsaisha1404-dot/AICTE_VOIS_Fortech_Internship/tree/main/DIY_PROJECT</a:t>
            </a:r>
          </a:p>
        </p:txBody>
      </p:sp>
    </p:spTree>
    <p:extLst>
      <p:ext uri="{BB962C8B-B14F-4D97-AF65-F5344CB8AC3E}">
        <p14:creationId xmlns:p14="http://schemas.microsoft.com/office/powerpoint/2010/main" val="320256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699"/>
            <a:ext cx="11340000" cy="224772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581</TotalTime>
  <Words>529</Words>
  <Application>Microsoft Office PowerPoint</Application>
  <PresentationFormat>Widescreen</PresentationFormat>
  <Paragraphs>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-Healthcare Analytics for Doctor Visits </vt:lpstr>
      <vt:lpstr>PROBLEM  STATEMENT</vt:lpstr>
      <vt:lpstr>Project Description Overview: A comprehensive data visualization and EDA project designed to analyze patient health profiles and physician visit frequencies. Dataset Scope: Analyzed 5,190 patient records across 13 numerical and categorical variables, including age, gender, income, illness scores, health status, and insurance coverage. Key Analytical Phases: Data Cleaning &amp; Preprocessing: Handled missing values, duplicates, and converted binary string attributes (yes/no, male/female) to numeric formats.  Univariate Analysis: Evaluated isolated distributions for demographic and health factors (age, income, visit frequency, illness ratings).  Bivariate &amp; Multivariate Analysis: Identified complex relationships, such as doctor visit trends across age/gender segments, health status levels, and chronic condition presence.  Correlation &amp; Insights: Evaluated linear relationships using correlation matrices and heatmaps to highlight key indicators of frequent doctor visits.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Saisha Patil</cp:lastModifiedBy>
  <cp:revision>76</cp:revision>
  <dcterms:created xsi:type="dcterms:W3CDTF">2021-07-11T13:13:15Z</dcterms:created>
  <dcterms:modified xsi:type="dcterms:W3CDTF">2026-09-23T10:58:13Z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