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56291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230900" y="5978549"/>
            <a:ext cx="602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STU6a6c2a0b419001785473547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2C8D2-70B5-61DA-F2CA-43CE4D60FAB6}"/>
              </a:ext>
            </a:extLst>
          </p:cNvPr>
          <p:cNvSpPr txBox="1"/>
          <p:nvPr/>
        </p:nvSpPr>
        <p:spPr>
          <a:xfrm>
            <a:off x="965200" y="3870960"/>
            <a:ext cx="7024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Student Name- Saisha Yogesh Patil </a:t>
            </a:r>
          </a:p>
          <a:p>
            <a:r>
              <a:rPr lang="en-US" sz="2000" dirty="0"/>
              <a:t>College Name – Sanjivani College Of </a:t>
            </a:r>
            <a:r>
              <a:rPr lang="en-US" sz="2000" dirty="0" err="1"/>
              <a:t>Engineering,Kopargaon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60" y="1340528"/>
            <a:ext cx="9418320" cy="5131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performance changes with seasonal variations, environmental conditions, farming practices, resource availability and market conditions.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agricultural data does not clearly show how agricultural performance differs between seasons.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agricultural performance across seasons.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seasonal patterns and trends.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yield, production and profit across seasons.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9255761" cy="585974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US" sz="1800" b="0" dirty="0"/>
              <a:t>The Seasonal Agriculture Performance Analysis project analyzes agricultural data collected across different seasons, states, crops and farming conditions.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dirty="0"/>
              <a:t>The dataset includes:</a:t>
            </a:r>
            <a:br>
              <a:rPr lang="en-US" sz="1800" b="0" dirty="0"/>
            </a:br>
            <a:r>
              <a:rPr lang="en-US" sz="1800" b="0" dirty="0"/>
              <a:t>Crop and season information</a:t>
            </a:r>
            <a:br>
              <a:rPr lang="en-US" sz="1800" b="0" dirty="0"/>
            </a:br>
            <a:r>
              <a:rPr lang="en-US" sz="1800" b="0" dirty="0"/>
              <a:t>Farm area</a:t>
            </a:r>
            <a:br>
              <a:rPr lang="en-US" sz="1800" b="0" dirty="0"/>
            </a:br>
            <a:r>
              <a:rPr lang="en-US" sz="1800" b="0" dirty="0"/>
              <a:t>Rainfall and temperature</a:t>
            </a:r>
            <a:br>
              <a:rPr lang="en-US" sz="1800" b="0" dirty="0"/>
            </a:br>
            <a:r>
              <a:rPr lang="en-US" sz="1800" b="0" dirty="0"/>
              <a:t>Humidity and sunlight</a:t>
            </a:r>
            <a:br>
              <a:rPr lang="en-US" sz="1800" b="0" dirty="0"/>
            </a:br>
            <a:r>
              <a:rPr lang="en-US" sz="1800" b="0" dirty="0"/>
              <a:t>Soil conditions</a:t>
            </a:r>
            <a:br>
              <a:rPr lang="en-US" sz="1800" b="0" dirty="0"/>
            </a:br>
            <a:r>
              <a:rPr lang="en-US" sz="1800" b="0" dirty="0"/>
              <a:t>Fertilizer and pesticide usage</a:t>
            </a:r>
            <a:br>
              <a:rPr lang="en-US" sz="1800" b="0" dirty="0"/>
            </a:br>
            <a:r>
              <a:rPr lang="en-US" sz="1800" b="0" dirty="0"/>
              <a:t>Irrigation methods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dirty="0"/>
              <a:t>Analysis Process</a:t>
            </a:r>
            <a:br>
              <a:rPr lang="en-US" sz="1800" b="0" dirty="0"/>
            </a:br>
            <a:r>
              <a:rPr lang="en-US" sz="1800" b="0" dirty="0"/>
              <a:t>Data Collection → Data Cleaning → Exploratory Data Analysis → Statistical Analysis → Visualization → Insights → Recommendations</a:t>
            </a:r>
            <a:br>
              <a:rPr lang="en-US" sz="1800" b="0" dirty="0"/>
            </a:br>
            <a:r>
              <a:rPr lang="en-US" sz="1800" b="0" dirty="0"/>
              <a:t>The project objective is to identify meaningful patterns, relationships and differences in agricultural performance.</a:t>
            </a:r>
            <a:endParaRPr lang="en-IN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432560"/>
            <a:ext cx="9387841" cy="56794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Farmers</a:t>
            </a:r>
            <a:r>
              <a:rPr lang="en-US" dirty="0"/>
              <a:t> – to understand seasonal performance and improve farming decisions.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Planners </a:t>
            </a:r>
            <a:r>
              <a:rPr lang="en-US" dirty="0"/>
              <a:t>– to support seasonal agricultural planning.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Researchers </a:t>
            </a:r>
            <a:r>
              <a:rPr lang="en-US" dirty="0"/>
              <a:t>– to identify trends and relationships in agricultural data.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Government and Agricultural Departments </a:t>
            </a:r>
            <a:r>
              <a:rPr lang="en-US" dirty="0"/>
              <a:t>– to support evidence-based planning.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Agribusinesses</a:t>
            </a:r>
            <a:r>
              <a:rPr lang="en-US" dirty="0"/>
              <a:t> – to understand crop production and economic performance.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Data Analysts </a:t>
            </a:r>
            <a:r>
              <a:rPr lang="en-US" dirty="0"/>
              <a:t>– to study agricultural trends and patterns.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188720"/>
            <a:ext cx="9027702" cy="5487288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IN" b="1" dirty="0"/>
              <a:t>Programming &amp; Analysis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Python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Pandas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NumPy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Seaborn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Development Environment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Jupyter Notebook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Source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Seasonal Agriculture Performance Dataset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AD03CB-1417-2F90-A178-2269C7DB2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3" r="9084" b="8592"/>
          <a:stretch>
            <a:fillRect/>
          </a:stretch>
        </p:blipFill>
        <p:spPr>
          <a:xfrm>
            <a:off x="543004" y="1279098"/>
            <a:ext cx="10561876" cy="538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A038B-EF45-6490-74B5-66BAB190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4" r="9750" b="12296"/>
          <a:stretch>
            <a:fillRect/>
          </a:stretch>
        </p:blipFill>
        <p:spPr>
          <a:xfrm>
            <a:off x="675956" y="1201586"/>
            <a:ext cx="10327323" cy="54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7E7BD-44B0-0904-E6CF-3A45A41F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8" b="8465"/>
          <a:stretch>
            <a:fillRect/>
          </a:stretch>
        </p:blipFill>
        <p:spPr>
          <a:xfrm>
            <a:off x="518160" y="1275371"/>
            <a:ext cx="10485120" cy="52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41E33-A8BB-A63E-4729-5B0DA3982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17" t="5404" b="7408"/>
          <a:stretch>
            <a:fillRect/>
          </a:stretch>
        </p:blipFill>
        <p:spPr>
          <a:xfrm>
            <a:off x="513080" y="1081789"/>
            <a:ext cx="10662920" cy="558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F1CC6-6C09-72F0-691E-9D892074CD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0" t="4296" r="2633" b="7259"/>
          <a:stretch>
            <a:fillRect/>
          </a:stretch>
        </p:blipFill>
        <p:spPr>
          <a:xfrm>
            <a:off x="485547" y="1201586"/>
            <a:ext cx="10070693" cy="539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66555C-9EDF-845D-2383-7A2C09A4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7717A-3539-5157-C96B-2E338A472E70}"/>
              </a:ext>
            </a:extLst>
          </p:cNvPr>
          <p:cNvSpPr txBox="1"/>
          <p:nvPr/>
        </p:nvSpPr>
        <p:spPr>
          <a:xfrm>
            <a:off x="1300480" y="558800"/>
            <a:ext cx="2626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RESULTS</a:t>
            </a:r>
            <a:endParaRPr lang="en-IN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874F3-B1FE-E413-8D29-BA8CB376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3" b="8148"/>
          <a:stretch>
            <a:fillRect/>
          </a:stretch>
        </p:blipFill>
        <p:spPr>
          <a:xfrm>
            <a:off x="619760" y="1249680"/>
            <a:ext cx="10160000" cy="52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9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9250363" cy="6213091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  <a:br>
              <a:rPr lang="en-IN" sz="4000" dirty="0"/>
            </a:br>
            <a:br>
              <a:rPr lang="en-IN" sz="4000" dirty="0"/>
            </a:br>
            <a:r>
              <a:rPr lang="en-US" sz="2000" dirty="0"/>
              <a:t>The project can be extended by:</a:t>
            </a:r>
            <a:br>
              <a:rPr lang="en-US" sz="2000" dirty="0"/>
            </a:br>
            <a:br>
              <a:rPr lang="en-US" sz="2000" b="0" dirty="0"/>
            </a:br>
            <a:r>
              <a:rPr lang="en-US" sz="2000" b="0" dirty="0"/>
              <a:t>1) Developing a seasonal crop recommendation system.</a:t>
            </a:r>
            <a:br>
              <a:rPr lang="en-US" sz="2000" b="0" dirty="0"/>
            </a:br>
            <a:r>
              <a:rPr lang="en-US" sz="2000" b="0" dirty="0"/>
              <a:t>2) Using machine learning to predict crop yield</a:t>
            </a:r>
            <a:br>
              <a:rPr lang="en-US" sz="2000" b="0" dirty="0"/>
            </a:br>
            <a:r>
              <a:rPr lang="en-US" sz="2000" b="0" dirty="0"/>
              <a:t>3) Predicting future agricultural profit.</a:t>
            </a:r>
            <a:br>
              <a:rPr lang="en-US" sz="2000" b="0" dirty="0"/>
            </a:br>
            <a:r>
              <a:rPr lang="en-US" sz="2000" b="0" dirty="0"/>
              <a:t>4) Adding historical weather data.</a:t>
            </a:r>
            <a:br>
              <a:rPr lang="en-US" sz="2000" b="0" dirty="0"/>
            </a:br>
            <a:r>
              <a:rPr lang="en-US" sz="2000" b="0" dirty="0"/>
              <a:t>5) Developing a real-time agricultural dashboard.</a:t>
            </a:r>
            <a:br>
              <a:rPr lang="en-US" sz="2000" b="0" dirty="0"/>
            </a:br>
            <a:r>
              <a:rPr lang="en-US" sz="2000" b="0" dirty="0"/>
              <a:t>6) Incorporating soil and weather forecasts.</a:t>
            </a:r>
            <a:br>
              <a:rPr lang="en-US" sz="2000" b="0" dirty="0"/>
            </a:br>
            <a:r>
              <a:rPr lang="en-US" sz="2000" b="0" dirty="0"/>
              <a:t>7) Studying more regions and crop varieties.</a:t>
            </a:r>
            <a:br>
              <a:rPr lang="en-US" sz="2000" b="0" dirty="0"/>
            </a:br>
            <a:r>
              <a:rPr lang="en-US" sz="2000" b="0" dirty="0"/>
              <a:t>8) Developing early-warning models for disease and pest risks.</a:t>
            </a:r>
            <a:br>
              <a:rPr lang="en-US" sz="2000" b="0" dirty="0"/>
            </a:br>
            <a:r>
              <a:rPr lang="en-US" sz="2000" b="0" dirty="0"/>
              <a:t>9) Supporting better water and resource management.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The project specification also expects evidence-based recommendations and identification of areas requiring further investigation.</a:t>
            </a:r>
            <a:endParaRPr lang="en-IN" sz="2000" b="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502843" cy="4811011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0167-36E9-3D47-D2C9-DF697E077FA5}"/>
              </a:ext>
            </a:extLst>
          </p:cNvPr>
          <p:cNvSpPr txBox="1"/>
          <p:nvPr/>
        </p:nvSpPr>
        <p:spPr>
          <a:xfrm>
            <a:off x="1016000" y="2828836"/>
            <a:ext cx="81356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https://github.com/patilsaisha1404-dot/AICTE_VOIS_Fortech_Internship/blob/main/Major_Project_AICTE/Seasonal_agriculture_performance_analysis.ipynb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D8728D-0FE0-7CAC-0228-EE72A53E4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6079"/>
            <a:ext cx="8788400" cy="500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376879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620</TotalTime>
  <Words>489</Words>
  <Application>Microsoft Office PowerPoint</Application>
  <PresentationFormat>Widescreen</PresentationFormat>
  <Paragraphs>52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The Seasonal Agriculture Performance Analysis project analyzes agricultural data collected across different seasons, states, crops and farming conditions.  The dataset includes: Crop and season information Farm area Rainfall and temperature Humidity and sunlight Soil conditions Fertilizer and pesticide usage Irrigation methods  Analysis Process Data Collection → Data Cleaning → Exploratory Data Analysis → Statistical Analysis → Visualization → Insights → Recommendations The project objective is to identify meaningful patterns, relationships and differences in agricultural performance.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PowerPoint Presentation</vt:lpstr>
      <vt:lpstr>Future scope  The project can be extended by:  1) Developing a seasonal crop recommendation system. 2) Using machine learning to predict crop yield 3) Predicting future agricultural profit. 4) Adding historical weather data. 5) Developing a real-time agricultural dashboard. 6) Incorporating soil and weather forecasts. 7) Studying more regions and crop varieties. 8) Developing early-warning models for disease and pest risks. 9) Supporting better water and resource management.  The project specification also expects evidence-based recommendations and identification of areas requiring further investigation.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Saisha Patil</cp:lastModifiedBy>
  <cp:revision>98</cp:revision>
  <dcterms:created xsi:type="dcterms:W3CDTF">2021-07-11T13:13:15Z</dcterms:created>
  <dcterms:modified xsi:type="dcterms:W3CDTF">2026-09-09T16:59:27Z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